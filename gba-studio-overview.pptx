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4153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78440" y="640080"/>
            <a:ext cx="267371" cy="267371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000232" y="640080"/>
            <a:ext cx="267371" cy="267371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689336" y="950976"/>
            <a:ext cx="267371" cy="267371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378440" y="1261872"/>
            <a:ext cx="267371" cy="267371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689336" y="1261872"/>
            <a:ext cx="267371" cy="267371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000232" y="1261872"/>
            <a:ext cx="267371" cy="267371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311128" y="950976"/>
            <a:ext cx="267371" cy="267371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66928" y="5532120"/>
            <a:ext cx="235915" cy="235915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15568" y="5532120"/>
            <a:ext cx="235915" cy="23591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" y="5806440"/>
            <a:ext cx="235915" cy="235915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66928" y="6080760"/>
            <a:ext cx="235915" cy="235915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41248" y="6080760"/>
            <a:ext cx="235915" cy="23591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15568" y="6080760"/>
            <a:ext cx="235915" cy="235915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389888" y="5806440"/>
            <a:ext cx="235915" cy="235915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19659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gba-studio</a:t>
            </a:r>
            <a:endParaRPr lang="en-US" sz="7600" dirty="0"/>
          </a:p>
        </p:txBody>
      </p:sp>
      <p:sp>
        <p:nvSpPr>
          <p:cNvPr id="18" name="Text 16"/>
          <p:cNvSpPr/>
          <p:nvPr/>
        </p:nvSpPr>
        <p:spPr>
          <a:xfrm>
            <a:off x="566928" y="3246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builds Game Boy Advance games — and proves they actually run.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66928" y="41605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6D28D9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6928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41605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6D28D9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69748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48072" y="416052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6D28D9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48072" y="4160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STANDS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A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overview  ·  sources: SYSTEM_PLAN.md · README.md · TASKS.md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GBA code compiles cleanly — then hides game-breaking hardware bugs.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3F0FB"/>
          </a:solidFill>
          <a:ln w="1587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194560"/>
            <a:ext cx="822960" cy="82296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 Symbol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74520" y="221284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clean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9536" y="3154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errors. The build passes. Everything looks fine.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19672" y="187452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3F0FB"/>
          </a:solidFill>
          <a:ln w="15875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12280" y="2194560"/>
            <a:ext cx="822960" cy="8229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122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 Symbol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845552" y="221284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broken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30568" y="3154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VRAM / OAM writes, DMA misuse, interrupt races — all silent at compile time, fatal at runtime.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241539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44805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bug: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</a:t>
            </a:r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Store8 to OAM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corruption bug was found sitting untouched inside a real homebrew repo — invisible to the compiler.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an agent that verifies the game RUNS — not just that it compiles.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— Why this exists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3F0F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11887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IDE that drives a Claude agent to build GBA games — compiling and hardware-verifying every change inside a disposable sandbox.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CE6FA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8346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20240" y="2770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Chat-driven code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20240" y="322783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game; the agent writes the Butano / C++.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53912" y="25146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CE6FA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2834640"/>
            <a:ext cx="914400" cy="9144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525512" y="2770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just compiled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25512" y="322783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must build AND run clean before “done.”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CE6FA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461772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617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920240" y="4553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emulator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920240" y="50109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mGBA runs your game in the browser, instantly.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53912" y="42976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CE6FA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28232" y="4617720"/>
            <a:ext cx="914400" cy="9144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28232" y="4617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525512" y="4553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pipeline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25512" y="50109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→ GBA tiles, with hardware-constraint checks on import.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SYSTEM_PLAN.md §1.0 — one-paragraph shape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that makes it different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214884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31205C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481328" y="200253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81328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42616" y="2674620"/>
            <a:ext cx="310896" cy="0"/>
          </a:xfrm>
          <a:prstGeom prst="line">
            <a:avLst/>
          </a:prstGeom>
          <a:noFill/>
          <a:ln w="25400">
            <a:solidFill>
              <a:srgbClr val="B9AEE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999232" y="214884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31205C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822192" y="2002536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2219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99232" y="2148840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3480" y="2674620"/>
            <a:ext cx="310896" cy="0"/>
          </a:xfrm>
          <a:prstGeom prst="line">
            <a:avLst/>
          </a:prstGeom>
          <a:noFill/>
          <a:ln w="25400">
            <a:solidFill>
              <a:srgbClr val="B9AEE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340096" y="214884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31205C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63056" y="2002536"/>
            <a:ext cx="292608" cy="29260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6305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0096" y="2148840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24344" y="2674620"/>
            <a:ext cx="310896" cy="0"/>
          </a:xfrm>
          <a:prstGeom prst="line">
            <a:avLst/>
          </a:prstGeom>
          <a:noFill/>
          <a:ln w="25400">
            <a:solidFill>
              <a:srgbClr val="B9AEE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680960" y="214884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31205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503920" y="2002536"/>
            <a:ext cx="292608" cy="29260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50392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2148840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65208" y="2674620"/>
            <a:ext cx="310896" cy="0"/>
          </a:xfrm>
          <a:prstGeom prst="line">
            <a:avLst/>
          </a:prstGeom>
          <a:noFill/>
          <a:ln w="25400">
            <a:solidFill>
              <a:srgbClr val="B9AEE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021824" y="2148840"/>
            <a:ext cx="1938528" cy="1051560"/>
          </a:xfrm>
          <a:prstGeom prst="roundRect">
            <a:avLst>
              <a:gd name="adj" fmla="val 10435"/>
            </a:avLst>
          </a:prstGeom>
          <a:solidFill>
            <a:srgbClr val="31205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44784" y="200253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844784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21824" y="2148840"/>
            <a:ext cx="193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91088" y="3200400"/>
            <a:ext cx="0" cy="45720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627632" y="3657600"/>
            <a:ext cx="936345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627632" y="3200400"/>
            <a:ext cx="0" cy="45720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627632" y="3675888"/>
            <a:ext cx="9363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C55E"/>
                </a:solidFill>
                <a:latin typeface="Segoe UI Symbol" pitchFamily="34" charset="0"/>
                <a:ea typeface="Calibri" pitchFamily="34" charset="-122"/>
                <a:cs typeface="Calibri" pitchFamily="34" charset="-120"/>
              </a:rPr>
              <a:t>↻  repeat until build + verify + screenshot all pass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4434840"/>
            <a:ext cx="10543032" cy="1234440"/>
          </a:xfrm>
          <a:prstGeom prst="roundRect">
            <a:avLst>
              <a:gd name="adj" fmla="val 8889"/>
            </a:avLst>
          </a:prstGeom>
          <a:solidFill>
            <a:srgbClr val="31205C"/>
          </a:solidFill>
          <a:ln w="1587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43000" y="443484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can't say “done” until build + verify + screenshot all pass </a:t>
            </a:r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hard, un-skippable hook).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go back into Claude’s context — it literally looks at its own game and fixes what’s wrong.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" y="58064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this class of hardware bug is the moat — the loop makes it impossible to skip.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A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SYSTEM_PLAN.md §1.2 — the core loop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it’s built — three layers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7543800" cy="1143000"/>
          </a:xfrm>
          <a:prstGeom prst="roundRect">
            <a:avLst>
              <a:gd name="adj" fmla="val 9600"/>
            </a:avLst>
          </a:prstGeom>
          <a:solidFill>
            <a:srgbClr val="F3F0F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23444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234440"/>
            <a:ext cx="23317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(SPA)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08960" y="12344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  ·   Code (Monaco)   ·   Assets   ·   mGBA-WASM live preview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0540" y="2377440"/>
            <a:ext cx="0" cy="411480"/>
          </a:xfrm>
          <a:prstGeom prst="line">
            <a:avLst/>
          </a:prstGeom>
          <a:noFill/>
          <a:ln w="25400">
            <a:solidFill>
              <a:srgbClr val="6E66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5770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7543800" cy="1371600"/>
          </a:xfrm>
          <a:prstGeom prst="roundRect">
            <a:avLst>
              <a:gd name="adj" fmla="val 8000"/>
            </a:avLst>
          </a:prstGeom>
          <a:solidFill>
            <a:srgbClr val="F3F0FB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78892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2788920"/>
            <a:ext cx="23317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 / TS)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78892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runner (Claude SDK)  ·  Sessions  ·  Auth  ·  Billing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 ·  S3 storage  ·  Git host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20540" y="4160520"/>
            <a:ext cx="0" cy="457200"/>
          </a:xfrm>
          <a:prstGeom prst="line">
            <a:avLst/>
          </a:prstGeom>
          <a:noFill/>
          <a:ln w="25400">
            <a:solidFill>
              <a:srgbClr val="6E66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45770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API (authed)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7543800" cy="1417320"/>
          </a:xfrm>
          <a:prstGeom prst="roundRect">
            <a:avLst>
              <a:gd name="adj" fmla="val 7742"/>
            </a:avLst>
          </a:prstGeom>
          <a:solidFill>
            <a:srgbClr val="F3F0FB"/>
          </a:solidFill>
          <a:ln w="19050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461772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4617720"/>
            <a:ext cx="23317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microVM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per session)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08960" y="4617720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devkitARM + Butano + grit + headless mGBA + your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 / Firecracker  ·  NO network egress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66760" y="1234440"/>
            <a:ext cx="32735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595360" y="1490472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006840" y="14356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isolation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194767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runs in the control plane — never in the VM. The API key stays away from untrusted, agent-written code.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66760" y="2880360"/>
            <a:ext cx="32735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595360" y="3136392"/>
            <a:ext cx="310896" cy="310896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006840" y="30815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= safety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95360" y="35935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egress from the VM kills exfiltration, crypto-mining callbacks, and SSRF in one stroke.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66760" y="4526280"/>
            <a:ext cx="32735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595360" y="4782312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006840" y="472744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core, twice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95360" y="523951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mGBA verifies; the browser mGBA previews — same emulator, so what’s verified is what you see.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SYSTEM_PLAN.md §1.0 / §1.7 — architecture &amp; isolation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building blocks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4672" y="169164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26243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image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+ emulator baked into one container. Built first — nothing works without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482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30852" y="1691640"/>
            <a:ext cx="822960" cy="8229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30852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30852" y="26243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backend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30852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+ a small fixed tool set: edit, build, verify, screenshot.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0" y="14173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57032" y="169164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57032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57032" y="262432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57032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gbajs3 mGBA-WASM runs the compiled ROM right in the browser.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04672" y="4023360"/>
            <a:ext cx="822960" cy="82296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4672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4672" y="49560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pipeline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4672" y="5376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→ grit → GBA tiles, plus a hardware constraint validator.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74820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30852" y="4023360"/>
            <a:ext cx="822960" cy="82296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30852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530852" y="49560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auth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30852" y="5376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are git repos; GitHub login; Stripe metered billing.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01000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257032" y="4023360"/>
            <a:ext cx="822960" cy="822960"/>
          </a:xfrm>
          <a:prstGeom prst="ellipse">
            <a:avLst/>
          </a:prstGeom>
          <a:solidFill>
            <a:srgbClr val="6E6690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257032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257032" y="49560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shell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57032" y="5376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code + emulator + assets, tied together in one React UI.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SYSTEM_PLAN.md §1.1–§1.6 — components A–F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honest caveat — AI art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has a tight feedback loop (compile → verify → fix). Art doesn’t — so the plan is honest about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3F0FB"/>
          </a:solidFill>
          <a:ln w="15875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20574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2C55E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TRACTABLE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sprites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16×16 potion or 32×32 character under GBA limits.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482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3F0FB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30852" y="20574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30852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30852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30852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style + palette across a whole game.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1828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3F0FB"/>
          </a:solidFill>
          <a:ln w="15875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57032" y="205740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57032" y="2057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UNSOLVED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57032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57032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Frame-coherent walk cycles that look professional.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91672" cy="1234440"/>
          </a:xfrm>
          <a:prstGeom prst="roundRect">
            <a:avLst>
              <a:gd name="adj" fmla="val 8889"/>
            </a:avLst>
          </a:prstGeom>
          <a:solidFill>
            <a:srgbClr val="241539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39776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promise: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your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wires up assets you provide. Static-sprite generation ships as a clearly-labeled beta (v1.5). No AI-animation promises.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can’t verify beauty — but we can verify legality, and let you pick the winner from a shortlist.”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SYSTEM_PLAN.md §2 — the AI pixel-art problem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— 4 phases, ~6 months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3611880"/>
            <a:ext cx="10881360" cy="0"/>
          </a:xfrm>
          <a:prstGeom prst="line">
            <a:avLst/>
          </a:prstGeom>
          <a:noFill/>
          <a:ln w="19050">
            <a:solidFill>
              <a:srgbClr val="B9AEE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64792" y="3493008"/>
            <a:ext cx="237744" cy="2377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24153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31205C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208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37744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8072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67004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 image, ROM verifier, local dev harness.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99432" y="3493008"/>
            <a:ext cx="237744" cy="237744"/>
          </a:xfrm>
          <a:prstGeom prst="ellipse">
            <a:avLst/>
          </a:prstGeom>
          <a:solidFill>
            <a:srgbClr val="6D28D9"/>
          </a:solidFill>
          <a:ln w="25400">
            <a:solidFill>
              <a:srgbClr val="241539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31205C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84448" y="20208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4448" y="237744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Single-user MVP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84448" y="28072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931920"/>
            <a:ext cx="267004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agent loop — “make a Breakout clone” runs in the browser.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34072" y="3493008"/>
            <a:ext cx="237744" cy="23774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241539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187452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31205C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19088" y="20208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19088" y="237744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beta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9088" y="28072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931920"/>
            <a:ext cx="267004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billing, VM isolation, templates → 20–50 users.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68712" y="3493008"/>
            <a:ext cx="237744" cy="23774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241539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052560" y="1874520"/>
            <a:ext cx="2670048" cy="1417320"/>
          </a:xfrm>
          <a:prstGeom prst="roundRect">
            <a:avLst>
              <a:gd name="adj" fmla="val 6452"/>
            </a:avLst>
          </a:prstGeom>
          <a:solidFill>
            <a:srgbClr val="31205C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253728" y="202082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53728" y="237744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art beta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53728" y="28072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19–26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52560" y="3931920"/>
            <a:ext cx="2670048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sprite beta, share links → public launch.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5803D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First-playable milestone (~week 6–7):  </a:t>
            </a:r>
            <a:pPr indent="0" marL="0">
              <a:buNone/>
            </a:pPr>
            <a:r>
              <a:rPr lang="en-US" sz="1500" dirty="0">
                <a:solidFill>
                  <a:srgbClr val="E6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prompt → a compiled, verified ROM playing live in the browser. Cheap proof the whole idea works.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A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SYSTEM_PLAN.md §3 — build roadmap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today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3F0F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117043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Foundation, in progress.  </a:t>
            </a:r>
            <a:pPr indent="0" marL="0">
              <a:buNone/>
            </a:pPr>
            <a:r>
              <a:rPr lang="en-US" sz="150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keystones are already built and independently verified; what’s left is the cloud spike and glue.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2194560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— built &amp; verified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030"/>
                </a:solidFill>
                <a:latin typeface="Segoe UI Symbol" pitchFamily="34" charset="0"/>
                <a:ea typeface="Calibri" pitchFamily="34" charset="-122"/>
                <a:cs typeface="Calibri" pitchFamily="34" charset="-120"/>
              </a:rPr>
              <a:t>✓  Exec/file contract (the keystone) — signed off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030"/>
                </a:solidFill>
                <a:latin typeface="Segoe UI Symbol" pitchFamily="34" charset="0"/>
                <a:ea typeface="Calibri" pitchFamily="34" charset="-122"/>
                <a:cs typeface="Calibri" pitchFamily="34" charset="-120"/>
              </a:rPr>
              <a:t>✓  verify_rom + test fixtures — verified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030"/>
                </a:solidFill>
                <a:latin typeface="Segoe UI Symbol" pitchFamily="34" charset="0"/>
                <a:ea typeface="Calibri" pitchFamily="34" charset="-122"/>
                <a:cs typeface="Calibri" pitchFamily="34" charset="-120"/>
              </a:rPr>
              <a:t>✓  Toolchain image + CI smoke tests — verified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030"/>
                </a:solidFill>
                <a:latin typeface="Segoe UI Symbol" pitchFamily="34" charset="0"/>
                <a:ea typeface="Calibri" pitchFamily="34" charset="-122"/>
                <a:cs typeface="Calibri" pitchFamily="34" charset="-120"/>
              </a:rPr>
              <a:t>✓  Local dev adapter — verified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030"/>
                </a:solidFill>
                <a:latin typeface="Segoe UI Symbol" pitchFamily="34" charset="0"/>
                <a:ea typeface="Calibri" pitchFamily="34" charset="-122"/>
                <a:cs typeface="Calibri" pitchFamily="34" charset="-120"/>
              </a:rPr>
              <a:t>✓  mGBA-WASM browser spike — GO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9456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45352" y="2194560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19672" y="21945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— to 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292608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devkitPro licensing sign-off (async)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Fly Machines cloud spike + timings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Local control-plane stubs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End-to-end script (source → ROM → verify)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…then Phase 1: the MVP agent loop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TASKS.md — Phase 0 status tracker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bets it’s making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77240" y="1545336"/>
            <a:ext cx="521208" cy="52120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54533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3716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whole loop on one laptop before spending a dollar on cloud infra.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7240" y="2532888"/>
            <a:ext cx="521208" cy="521208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532888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35915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don’t just compile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37760" y="2359152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mandatory build+verify+screenshot loop is the moat, not a nice-to-have.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46704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3520440"/>
            <a:ext cx="521208" cy="521208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520440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346704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VM egress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37760" y="3346704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one rule: the sandbox can’t reach the internet, so it can’t leak.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334256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4507992"/>
            <a:ext cx="521208" cy="5212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4507992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433425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the cost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937760" y="4334256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spend is 30–100× the server cost — so prompt caching + model routing come first.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32180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3F0FB"/>
          </a:solidFill>
          <a:ln/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77240" y="5495544"/>
            <a:ext cx="521208" cy="521208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5495544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532180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over build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937760" y="5321808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VMs, Stripe billing, off-the-shelf auth — spend effort on the loop, not plumbing.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SYSTEM_PLAN.md §1.9 / §4.5 + decision register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5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640080"/>
            <a:ext cx="267371" cy="267371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137392" y="640080"/>
            <a:ext cx="267371" cy="267371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26496" y="950976"/>
            <a:ext cx="267371" cy="267371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0" y="1261872"/>
            <a:ext cx="267371" cy="267371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826496" y="1261872"/>
            <a:ext cx="267371" cy="267371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137392" y="1261872"/>
            <a:ext cx="267371" cy="267371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448288" y="950976"/>
            <a:ext cx="267371" cy="267371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66928" y="5623560"/>
            <a:ext cx="235915" cy="235915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15568" y="5623560"/>
            <a:ext cx="235915" cy="23591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41248" y="5897880"/>
            <a:ext cx="235915" cy="235915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66928" y="6172200"/>
            <a:ext cx="235915" cy="235915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1248" y="6172200"/>
            <a:ext cx="235915" cy="23591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15568" y="6172200"/>
            <a:ext cx="235915" cy="235915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389888" y="5897880"/>
            <a:ext cx="235915" cy="235915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8640" y="182880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tireless junior GBA programmer with a hardware manual — that proves the game runs before it ever says “done.”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31205C"/>
          </a:solidFill>
          <a:ln w="15875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38100" dir="5400000">
              <a:srgbClr val="1A0E33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42062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Phase 0 — licensing sign-off, the Fly Machines spike, and the end-to-end script — then Phase 1: the Breakout MVP milestone.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AE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gba-studio  ·  github.com/Milkstraw/gba-studio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2026-07-22T16:24:31Z</dcterms:created>
  <dcterms:modified xsi:type="dcterms:W3CDTF">2026-07-22T16:24:31Z</dcterms:modified>
</cp:coreProperties>
</file>